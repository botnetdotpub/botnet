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D4AA"/>
                </a:solidFill>
                <a:latin typeface="Arial"/>
              </a:defRPr>
            </a:pPr>
            <a:r>
              <a:t>botid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Verifiable Identity for Autonomous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Arial"/>
              </a:defRPr>
            </a:pPr>
            <a:r>
              <a:t>botnet.pub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846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4"/>
                </a:solidFill>
                <a:latin typeface="Arial"/>
              </a:defRPr>
            </a:pPr>
            <a:r>
              <a:t>Pre-Seed  |  AI Infrastructure  |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108960" cy="411480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Arial"/>
              </a:defRPr>
            </a:pPr>
            <a:r>
              <a:t>No Identity Layer for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4"/>
                </a:solidFill>
                <a:latin typeface="Arial"/>
              </a:defRPr>
            </a:pPr>
            <a:r>
              <a:t>AI agents operate without verifiable identities.</a:t>
            </a:r>
            <a:br/>
            <a:r>
              <a:t>Systems can't distinguish legitimate bots from impersonators.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108960" cy="411480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Arial"/>
              </a:defRPr>
            </a:pPr>
            <a:r>
              <a:t>No Authorization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56032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4"/>
                </a:solidFill>
                <a:latin typeface="Arial"/>
              </a:defRPr>
            </a:pPr>
            <a:r>
              <a:t>Multi-agent systems lack policy-based access control.</a:t>
            </a:r>
            <a:br/>
            <a:r>
              <a:t>No equivalent of IAM or PKI exists for autonomous 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45920"/>
            <a:ext cx="3108960" cy="411480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920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Arial"/>
              </a:defRPr>
            </a:pPr>
            <a:r>
              <a:t>Trust is Assumed, Not Proven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56032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4"/>
                </a:solidFill>
                <a:latin typeface="Arial"/>
              </a:defRPr>
            </a:pPr>
            <a:r>
              <a:t>Agents interact across org boundaries with no cryptographic proof.</a:t>
            </a:r>
            <a:br/>
            <a:r>
              <a:t>One compromised agent can cascade through an entire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Why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0D4AA"/>
                </a:solidFill>
                <a:latin typeface="Arial"/>
              </a:rPr>
              <a:t>▸ </a:t>
            </a:r>
            <a:r>
              <a:rPr sz="2000">
                <a:solidFill>
                  <a:srgbClr val="B0B8C4"/>
                </a:solidFill>
                <a:latin typeface="Arial"/>
              </a:rPr>
              <a:t>Autonomous AI agents are shipping in production (2025-2026 inflection point)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D4AA"/>
                </a:solidFill>
                <a:latin typeface="Arial"/>
              </a:rPr>
              <a:t>▸ </a:t>
            </a:r>
            <a:r>
              <a:rPr sz="2000">
                <a:solidFill>
                  <a:srgbClr val="B0B8C4"/>
                </a:solidFill>
                <a:latin typeface="Arial"/>
              </a:rPr>
              <a:t>Multi-agent orchestration frameworks exploding (CrewAI, AutoGen, LangGraph)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D4AA"/>
                </a:solidFill>
                <a:latin typeface="Arial"/>
              </a:rPr>
              <a:t>▸ </a:t>
            </a:r>
            <a:r>
              <a:rPr sz="2000">
                <a:solidFill>
                  <a:srgbClr val="B0B8C4"/>
                </a:solidFill>
                <a:latin typeface="Arial"/>
              </a:rPr>
              <a:t>Enterprise AI governance &amp; compliance requirements accelerating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D4AA"/>
                </a:solidFill>
                <a:latin typeface="Arial"/>
              </a:rPr>
              <a:t>▸ </a:t>
            </a:r>
            <a:r>
              <a:rPr sz="2000">
                <a:solidFill>
                  <a:srgbClr val="B0B8C4"/>
                </a:solidFill>
                <a:latin typeface="Arial"/>
              </a:rPr>
              <a:t>No existing identity standard designed for non-human autonomous actors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0D4AA"/>
                </a:solidFill>
                <a:latin typeface="Arial"/>
              </a:rPr>
              <a:t>▸ </a:t>
            </a:r>
            <a:r>
              <a:rPr sz="2000">
                <a:solidFill>
                  <a:srgbClr val="B0B8C4"/>
                </a:solidFill>
                <a:latin typeface="Arial"/>
              </a:rPr>
              <a:t>Early regulatory signals: EU AI Act requires traceability for autonomous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0B8C4"/>
                </a:solidFill>
                <a:latin typeface="Arial"/>
              </a:defRPr>
            </a:pPr>
            <a:r>
              <a:t>A public identity registry purpose-built for AI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108960" cy="365760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Arial"/>
              </a:defRPr>
            </a:pPr>
            <a:r>
              <a:t>Cryptographic 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0040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4"/>
                </a:solidFill>
                <a:latin typeface="Arial"/>
              </a:defRPr>
            </a:pPr>
            <a:r>
              <a:t>Content-addressable bot IDs</a:t>
            </a:r>
            <a:br/>
            <a:r>
              <a:t>derived from Ed25519 keys.</a:t>
            </a:r>
            <a:br/>
            <a:r>
              <a:t>Deterministic, portable,</a:t>
            </a:r>
            <a:br/>
            <a:r>
              <a:t>self-sovereign.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286000"/>
            <a:ext cx="3108960" cy="365760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560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Arial"/>
              </a:defRPr>
            </a:pPr>
            <a:r>
              <a:t>Proof-Based 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20040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4"/>
                </a:solidFill>
                <a:latin typeface="Arial"/>
              </a:defRPr>
            </a:pPr>
            <a:r>
              <a:t>JWS signatures replace</a:t>
            </a:r>
            <a:br/>
            <a:r>
              <a:t>tokens and passwords.</a:t>
            </a:r>
            <a:br/>
            <a:r>
              <a:t>Multi-sig threshold policies</a:t>
            </a:r>
            <a:br/>
            <a:r>
              <a:t>for governance.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286000"/>
            <a:ext cx="3108960" cy="365760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560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Arial"/>
              </a:defRPr>
            </a:pPr>
            <a:r>
              <a:t>Attestation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0040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4"/>
                </a:solidFill>
                <a:latin typeface="Arial"/>
              </a:defRPr>
            </a:pPr>
            <a:r>
              <a:t>Bots can vouch for each</a:t>
            </a:r>
            <a:br/>
            <a:r>
              <a:t>other with signed attestations.</a:t>
            </a:r>
            <a:br/>
            <a:r>
              <a:t>Builds web-of-trust across</a:t>
            </a:r>
            <a:br/>
            <a:r>
              <a:t>agent ecosystems.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38912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920240"/>
            <a:ext cx="548640" cy="5486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F1115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Arial"/>
              </a:defRPr>
            </a:pPr>
            <a:r>
              <a:t>Generate Ed25519 keypair.</a:t>
            </a:r>
            <a:br/>
            <a:r>
              <a:t>Derive bot ID from</a:t>
            </a:r>
            <a:br/>
            <a:r>
              <a:t>public key hash.</a:t>
            </a:r>
            <a:br/>
            <a:r>
              <a:t>Register on botnet.pub.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AA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645920"/>
            <a:ext cx="2560320" cy="438912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840480" y="1920240"/>
            <a:ext cx="548640" cy="5486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F1115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Authorize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74320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Arial"/>
              </a:defRPr>
            </a:pPr>
            <a:r>
              <a:t>Set threshold policies</a:t>
            </a:r>
            <a:br/>
            <a:r>
              <a:t>(M-of-N signatures).</a:t>
            </a:r>
            <a:br/>
            <a:r>
              <a:t>Delegate capabilities</a:t>
            </a:r>
            <a:br/>
            <a:r>
              <a:t>to other agents.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AA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45920"/>
            <a:ext cx="2560320" cy="438912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75120" y="1920240"/>
            <a:ext cx="548640" cy="5486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F1115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Arial"/>
              </a:defRPr>
            </a:pPr>
            <a:r>
              <a:t>Any system can verify</a:t>
            </a:r>
            <a:br/>
            <a:r>
              <a:t>bot identity via API.</a:t>
            </a:r>
            <a:br/>
            <a:r>
              <a:t>Check proofs, attestations,</a:t>
            </a:r>
            <a:br/>
            <a:r>
              <a:t>and policy compliance.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AA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645920"/>
            <a:ext cx="2560320" cy="438912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09760" y="1920240"/>
            <a:ext cx="548640" cy="5486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F1115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Govern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74320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Arial"/>
              </a:defRPr>
            </a:pPr>
            <a:r>
              <a:t>Rotate keys, revoke access,</a:t>
            </a:r>
            <a:br/>
            <a:r>
              <a:t>audit attestation chains.</a:t>
            </a:r>
            <a:br/>
            <a:r>
              <a:t>Full lifecycle management</a:t>
            </a:r>
            <a:br/>
            <a:r>
              <a:t>for bot identities.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What Makes Botid Different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0D4AA"/>
                </a:solidFill>
                <a:latin typeface="Arial"/>
              </a:rPr>
              <a:t>▸ </a:t>
            </a:r>
            <a:r>
              <a:rPr sz="1800">
                <a:solidFill>
                  <a:srgbClr val="B0B8C4"/>
                </a:solidFill>
                <a:latin typeface="Arial"/>
              </a:rPr>
              <a:t>Purpose-built for AI agents — not retrofitted from human identity systems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0D4AA"/>
                </a:solidFill>
                <a:latin typeface="Arial"/>
              </a:rPr>
              <a:t>▸ </a:t>
            </a:r>
            <a:r>
              <a:rPr sz="1800">
                <a:solidFill>
                  <a:srgbClr val="B0B8C4"/>
                </a:solidFill>
                <a:latin typeface="Arial"/>
              </a:rPr>
              <a:t>Content-addressable IDs: bot identity is mathematically derived, not assigned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0D4AA"/>
                </a:solidFill>
                <a:latin typeface="Arial"/>
              </a:rPr>
              <a:t>▸ </a:t>
            </a:r>
            <a:r>
              <a:rPr sz="1800">
                <a:solidFill>
                  <a:srgbClr val="B0B8C4"/>
                </a:solidFill>
                <a:latin typeface="Arial"/>
              </a:rPr>
              <a:t>Threshold policies: M-of-N multi-sig governance built into the protocol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0D4AA"/>
                </a:solidFill>
                <a:latin typeface="Arial"/>
              </a:rPr>
              <a:t>▸ </a:t>
            </a:r>
            <a:r>
              <a:rPr sz="1800">
                <a:solidFill>
                  <a:srgbClr val="B0B8C4"/>
                </a:solidFill>
                <a:latin typeface="Arial"/>
              </a:rPr>
              <a:t>Proof-based, not token-based: no bearer tokens, no shared secrets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0D4AA"/>
                </a:solidFill>
                <a:latin typeface="Arial"/>
              </a:rPr>
              <a:t>▸ </a:t>
            </a:r>
            <a:r>
              <a:rPr sz="1800">
                <a:solidFill>
                  <a:srgbClr val="B0B8C4"/>
                </a:solidFill>
                <a:latin typeface="Arial"/>
              </a:rPr>
              <a:t>Attestation layer enables cross-organization trust without federation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0D4AA"/>
                </a:solidFill>
                <a:latin typeface="Arial"/>
              </a:rPr>
              <a:t>▸ </a:t>
            </a:r>
            <a:r>
              <a:rPr sz="1800">
                <a:solidFill>
                  <a:srgbClr val="B0B8C4"/>
                </a:solidFill>
                <a:latin typeface="Arial"/>
              </a:rPr>
              <a:t>Open protocol: self-host or use the public registry at botnet.pub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0D4AA"/>
                </a:solidFill>
                <a:latin typeface="Arial"/>
              </a:rPr>
              <a:t>▸ </a:t>
            </a:r>
            <a:r>
              <a:rPr sz="1800">
                <a:solidFill>
                  <a:srgbClr val="B0B8C4"/>
                </a:solidFill>
                <a:latin typeface="Arial"/>
              </a:rPr>
              <a:t>Full Rust implementation: memory-safe, fast, minimal attack surface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Market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108960" cy="365760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AI Agent Platforms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Arial"/>
              </a:defRPr>
            </a:pPr>
            <a:r>
              <a:t>$5.5B by 2028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004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Arial"/>
              </a:defRPr>
            </a:pPr>
            <a:r>
              <a:t>Multi-agent orchestration</a:t>
            </a:r>
            <a:br/>
            <a:r>
              <a:t>and autonomous AI systems</a:t>
            </a:r>
            <a:br/>
            <a:r>
              <a:t>(Gartner, 2025)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108960" cy="365760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Machine Identity Mgmt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Arial"/>
              </a:defRPr>
            </a:pPr>
            <a:r>
              <a:t>$23B by 2028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004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Arial"/>
              </a:defRPr>
            </a:pPr>
            <a:r>
              <a:t>Non-human identity and</a:t>
            </a:r>
            <a:br/>
            <a:r>
              <a:t>secrets management</a:t>
            </a:r>
            <a:br/>
            <a:r>
              <a:t>(MarketsandMarkets)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45920"/>
            <a:ext cx="3108960" cy="365760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API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377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Arial"/>
              </a:defRPr>
            </a:pPr>
            <a:r>
              <a:t>$9.9B by 2028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2004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Arial"/>
              </a:defRPr>
            </a:pPr>
            <a:r>
              <a:t>Securing machine-to-machine</a:t>
            </a:r>
            <a:br/>
            <a:r>
              <a:t>communication and APIs</a:t>
            </a:r>
            <a:br/>
            <a:r>
              <a:t>(Fortune Business Insights)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Arial"/>
              </a:defRPr>
            </a:pPr>
            <a:r>
              <a:t>Botid sits at the intersection: identity infrastructure for the agent economy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32720" cy="109728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Arial"/>
              </a:defRPr>
            </a:pPr>
            <a:r>
              <a:t>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965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Arial"/>
              </a:defRPr>
            </a:pPr>
            <a:r>
              <a:t>CLI (botnet)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965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Arial"/>
              </a:defRPr>
            </a:pPr>
            <a:r>
              <a:t>Rust SDK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965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Arial"/>
              </a:defRPr>
            </a:pPr>
            <a:r>
              <a:t>WASM SDK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965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Arial"/>
              </a:defRPr>
            </a:pPr>
            <a:r>
              <a:t>REST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08960"/>
            <a:ext cx="10332720" cy="109728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Arial"/>
              </a:defRPr>
            </a:pPr>
            <a:r>
              <a:t>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429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Arial"/>
              </a:defRPr>
            </a:pPr>
            <a:r>
              <a:t>Ed25519 Signatures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429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Arial"/>
              </a:defRPr>
            </a:pPr>
            <a:r>
              <a:t>JWS Proofs (RFC 7797)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429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Arial"/>
              </a:defRPr>
            </a:pPr>
            <a:r>
              <a:t>JSON Canonicalization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3429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Arial"/>
              </a:defRPr>
            </a:pPr>
            <a:r>
              <a:t>Threshold Policies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72000"/>
            <a:ext cx="10332720" cy="109728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Arial"/>
              </a:defRPr>
            </a:pPr>
            <a:r>
              <a:t>Registry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892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Arial"/>
              </a:defRPr>
            </a:pPr>
            <a:r>
              <a:t>Axum HTTP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892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Arial"/>
              </a:defRPr>
            </a:pPr>
            <a:r>
              <a:t>SQLite / 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892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Arial"/>
              </a:defRPr>
            </a:pPr>
            <a:r>
              <a:t>Rolling Deploys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4892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Arial"/>
              </a:defRPr>
            </a:pPr>
            <a:r>
              <a:t>Health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Key Bets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Arial"/>
              </a:defRPr>
            </a:pPr>
            <a:r>
              <a:t>CORE BETS (make-or-break)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8C00"/>
                </a:solidFill>
                <a:latin typeface="Arial"/>
              </a:rPr>
              <a:t>▸ </a:t>
            </a:r>
            <a:r>
              <a:rPr sz="1500">
                <a:solidFill>
                  <a:srgbClr val="B0B8C4"/>
                </a:solidFill>
                <a:latin typeface="Arial"/>
              </a:rPr>
              <a:t>AI agents need dedicated identity infrastructure (not human IAM adapted)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8C00"/>
                </a:solidFill>
                <a:latin typeface="Arial"/>
              </a:rPr>
              <a:t>▸ </a:t>
            </a:r>
            <a:r>
              <a:rPr sz="1500">
                <a:solidFill>
                  <a:srgbClr val="B0B8C4"/>
                </a:solidFill>
                <a:latin typeface="Arial"/>
              </a:rPr>
              <a:t>Developers will adopt an open protocol over building custom auth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8C00"/>
                </a:solidFill>
                <a:latin typeface="Arial"/>
              </a:rPr>
              <a:t>▸ </a:t>
            </a:r>
            <a:r>
              <a:rPr sz="1500">
                <a:solidFill>
                  <a:srgbClr val="B0B8C4"/>
                </a:solidFill>
                <a:latin typeface="Arial"/>
              </a:rPr>
              <a:t>Cryptographic proof-based auth will win over token-based for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Arial"/>
              </a:defRPr>
            </a:pPr>
            <a:r>
              <a:t>SIDE BETS (optimize later)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00E676"/>
                </a:solidFill>
                <a:latin typeface="Arial"/>
              </a:rPr>
              <a:t>▸ </a:t>
            </a:r>
            <a:r>
              <a:rPr sz="1500">
                <a:solidFill>
                  <a:srgbClr val="B0B8C4"/>
                </a:solidFill>
                <a:latin typeface="Arial"/>
              </a:rPr>
              <a:t>Public registry vs. self-hosted as primary adoption path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E676"/>
                </a:solidFill>
                <a:latin typeface="Arial"/>
              </a:rPr>
              <a:t>▸ </a:t>
            </a:r>
            <a:r>
              <a:rPr sz="1500">
                <a:solidFill>
                  <a:srgbClr val="B0B8C4"/>
                </a:solidFill>
                <a:latin typeface="Arial"/>
              </a:rPr>
              <a:t>Attestation layer becomes cross-org standard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E676"/>
                </a:solidFill>
                <a:latin typeface="Arial"/>
              </a:rPr>
              <a:t>▸ </a:t>
            </a:r>
            <a:r>
              <a:rPr sz="1500">
                <a:solidFill>
                  <a:srgbClr val="B0B8C4"/>
                </a:solidFill>
                <a:latin typeface="Arial"/>
              </a:rPr>
              <a:t>WASM SDK drives browser-based agent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De-Risking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937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E676"/>
                </a:solidFill>
                <a:latin typeface="Arial"/>
              </a:defRPr>
            </a:pPr>
            <a:r>
              <a:t>✅  Protocol design validated — working implementation with 42 tests, live at botnet.pub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49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E676"/>
                </a:solidFill>
                <a:latin typeface="Arial"/>
              </a:defRPr>
            </a:pPr>
            <a:r>
              <a:t>✅  Shipping velocity proven — full stack built and deployed in days, not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8C00"/>
                </a:solidFill>
                <a:latin typeface="Arial"/>
              </a:defRPr>
            </a:pPr>
            <a:r>
              <a:t>⚠️  Market pull not yet tested — this round validates developer adoption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Arial"/>
              </a:defRPr>
            </a:pPr>
            <a:r>
              <a:t>Pre-Seed: $500K–$750K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8C4"/>
                </a:solidFill>
                <a:latin typeface="Arial"/>
              </a:defRPr>
            </a:pPr>
            <a:r>
              <a:t>12–18 months of runway to validate core bets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3108960" cy="320040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Arial"/>
              </a:defRPr>
            </a:pPr>
            <a:r>
              <a:t>Milestone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Arial"/>
              </a:defRPr>
            </a:pPr>
            <a:r>
              <a:t>Developer Adoption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0233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Arial"/>
              </a:defRPr>
            </a:pPr>
            <a:r>
              <a:t>100+ registered bots on public registry</a:t>
            </a:r>
            <a:br/>
            <a:r>
              <a:t>SDK integrations with 2+ agent frameworks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926080"/>
            <a:ext cx="3108960" cy="320040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Arial"/>
              </a:defRPr>
            </a:pPr>
            <a:r>
              <a:t>Milestone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Arial"/>
              </a:defRPr>
            </a:pPr>
            <a:r>
              <a:t>Protocol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0233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Arial"/>
              </a:defRPr>
            </a:pPr>
            <a:r>
              <a:t>3+ organizations using botid for</a:t>
            </a:r>
            <a:br/>
            <a:r>
              <a:t>cross-org agent identity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926080"/>
            <a:ext cx="3108960" cy="320040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Arial"/>
              </a:defRPr>
            </a:pPr>
            <a:r>
              <a:t>Milestone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Arial"/>
              </a:defRPr>
            </a:pPr>
            <a:r>
              <a:t>Ecosystem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0233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Arial"/>
              </a:defRPr>
            </a:pPr>
            <a:r>
              <a:t>Open-source community contributions</a:t>
            </a:r>
            <a:br/>
            <a:r>
              <a:t>Partner/integration pipeline for seed round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Why Invest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38912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  <a:latin typeface="Arial"/>
              </a:defRPr>
            </a:pPr>
            <a:r>
              <a:t>Category-Defining Timing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Arial"/>
              </a:defRPr>
            </a:pPr>
            <a:r>
              <a:t>AI agents are shipping to production today.</a:t>
            </a:r>
            <a:br/>
            <a:r>
              <a:t>Identity infrastructure hasn't been built yet.</a:t>
            </a:r>
            <a:br/>
            <a:r>
              <a:t>First credible protocol wins the standard.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645920"/>
            <a:ext cx="2560320" cy="438912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  <a:latin typeface="Arial"/>
              </a:defRPr>
            </a:pPr>
            <a:r>
              <a:t>Technical Moat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56032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Arial"/>
              </a:defRPr>
            </a:pPr>
            <a:r>
              <a:t>Proof-based protocol with open spec.</a:t>
            </a:r>
            <a:br/>
            <a:r>
              <a:t>Content-addressable identity is hard to replicate.</a:t>
            </a:r>
            <a:br/>
            <a:r>
              <a:t>Rust-native, production-deployed, not vaporware.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2560320" cy="438912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  <a:latin typeface="Arial"/>
              </a:defRPr>
            </a:pPr>
            <a:r>
              <a:t>Founder-Market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56032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Arial"/>
              </a:defRPr>
            </a:pPr>
            <a:r>
              <a:t>Engineering leader who built and scaled</a:t>
            </a:r>
            <a:br/>
            <a:r>
              <a:t>infrastructure at Kong and Mathpix.</a:t>
            </a:r>
            <a:br/>
            <a:r>
              <a:t>Deep experience in APIs, developer tools,</a:t>
            </a:r>
            <a:br/>
            <a:r>
              <a:t>and production systems.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645920"/>
            <a:ext cx="2560320" cy="438912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  <a:latin typeface="Arial"/>
              </a:defRPr>
            </a:pPr>
            <a:r>
              <a:t>Asymmetric Upside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256032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Arial"/>
              </a:defRPr>
            </a:pPr>
            <a:r>
              <a:t>Infrastructure layers in new computing paradigms</a:t>
            </a:r>
            <a:br/>
            <a:r>
              <a:t>capture massive value (AWS, Stripe, Auth0).</a:t>
            </a:r>
            <a:br/>
            <a:r>
              <a:t>Pre-seed pricing on category-defining infra.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828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Montana Flynn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AA"/>
                </a:solidFill>
                <a:latin typeface="Arial"/>
              </a:defRPr>
            </a:pPr>
            <a:r>
              <a:t>Founder &amp; CEO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2608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D4AA"/>
                </a:solidFill>
                <a:latin typeface="Arial"/>
              </a:rPr>
              <a:t>▸ </a:t>
            </a:r>
            <a:r>
              <a:rPr sz="1400">
                <a:solidFill>
                  <a:srgbClr val="B0B8C4"/>
                </a:solidFill>
                <a:latin typeface="Arial"/>
              </a:rPr>
              <a:t>Founding engineer at Kong (API infrastructure, $1.4B valuation)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4AA"/>
                </a:solidFill>
                <a:latin typeface="Arial"/>
              </a:rPr>
              <a:t>▸ </a:t>
            </a:r>
            <a:r>
              <a:rPr sz="1400">
                <a:solidFill>
                  <a:srgbClr val="B0B8C4"/>
                </a:solidFill>
                <a:latin typeface="Arial"/>
              </a:rPr>
              <a:t>Engineering leader at Mathpix (AI/ML document processing)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4AA"/>
                </a:solidFill>
                <a:latin typeface="Arial"/>
              </a:rPr>
              <a:t>▸ </a:t>
            </a:r>
            <a:r>
              <a:rPr sz="1400">
                <a:solidFill>
                  <a:srgbClr val="B0B8C4"/>
                </a:solidFill>
                <a:latin typeface="Arial"/>
              </a:rPr>
              <a:t>Led teams across Head of Engineering and Head of Product roles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4AA"/>
                </a:solidFill>
                <a:latin typeface="Arial"/>
              </a:rPr>
              <a:t>▸ </a:t>
            </a:r>
            <a:r>
              <a:rPr sz="1400">
                <a:solidFill>
                  <a:srgbClr val="B0B8C4"/>
                </a:solidFill>
                <a:latin typeface="Arial"/>
              </a:rPr>
              <a:t>Deep expertise in APIs, developer tools, and infrastructure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4AA"/>
                </a:solidFill>
                <a:latin typeface="Arial"/>
              </a:rPr>
              <a:t>▸ </a:t>
            </a:r>
            <a:r>
              <a:rPr sz="1400">
                <a:solidFill>
                  <a:srgbClr val="B0B8C4"/>
                </a:solidFill>
                <a:latin typeface="Arial"/>
              </a:rPr>
              <a:t>Built botid: full Rust stack, deployed to production in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4572000" cy="411480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8288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Planned Hires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377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Arial"/>
              </a:defRPr>
            </a:pPr>
            <a:r>
              <a:t>With this 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92608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D4AA"/>
                </a:solidFill>
                <a:latin typeface="Arial"/>
              </a:rPr>
              <a:t>▸ </a:t>
            </a:r>
            <a:r>
              <a:rPr sz="1400">
                <a:solidFill>
                  <a:srgbClr val="B0B8C4"/>
                </a:solidFill>
                <a:latin typeface="Arial"/>
              </a:rPr>
              <a:t>Protocol Engineer — cryptography &amp; distributed systems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4AA"/>
                </a:solidFill>
                <a:latin typeface="Arial"/>
              </a:rPr>
              <a:t>▸ </a:t>
            </a:r>
            <a:r>
              <a:rPr sz="1400">
                <a:solidFill>
                  <a:srgbClr val="B0B8C4"/>
                </a:solidFill>
                <a:latin typeface="Arial"/>
              </a:rPr>
              <a:t>Developer Advocate — SDK adoption &amp; community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D4AA"/>
                </a:solidFill>
                <a:latin typeface="Arial"/>
              </a:rPr>
              <a:t>▸ </a:t>
            </a:r>
            <a:r>
              <a:rPr sz="1400">
                <a:solidFill>
                  <a:srgbClr val="B0B8C4"/>
                </a:solidFill>
                <a:latin typeface="Arial"/>
              </a:rPr>
              <a:t>Partnerships — agent framework integrations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28600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D4AA"/>
                </a:solidFill>
                <a:latin typeface="Arial"/>
              </a:defRPr>
            </a:pPr>
            <a:r>
              <a:t>botid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Arial"/>
              </a:defRPr>
            </a:pPr>
            <a:r>
              <a:t>Identity infrastructure for the agent economy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8C4"/>
                </a:solidFill>
                <a:latin typeface="Arial"/>
              </a:defRPr>
            </a:pPr>
            <a:r>
              <a:t>botnet.pub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Arial"/>
              </a:defRPr>
            </a:pPr>
            <a:r>
              <a:t>montana@botnet.pub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